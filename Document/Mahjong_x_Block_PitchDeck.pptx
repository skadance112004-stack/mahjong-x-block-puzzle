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AP17257\AppData\Local\Temp\claude\c--Users-LAP17257-OneDrive---VNG-Group-JSC-Documents-Mahjong-x-Block\41d87727-9b1f-40ca-a02d-f00006e694c3\scratchpad\title_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8" y="1965960"/>
            <a:ext cx="8778240" cy="205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HOOK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Câu hỏi mà chưa game puzzle nào hỏi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0545775" cy="1600200"/>
          </a:xfrm>
          <a:prstGeom prst="roundRect">
            <a:avLst>
              <a:gd name="adj" fmla="val 3429"/>
            </a:avLst>
          </a:prstGeom>
          <a:solidFill>
            <a:srgbClr val="3A2A16">
              <a:alpha val="90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011680"/>
            <a:ext cx="981425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“Mình che quân này lại — hay để nó lộ ra ngay?”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545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là câu đố kéo-thả 1-thao-tác trên bàn 2 tầng: người chơi chủ động che quân để "khoá" nó, rồi tự tay lộ lại đúng lúc để Match. Một cơ chế duy nhất, chưa từng có ở Mahjong solitaire hay Block Blast.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HỘI THỊ TRƯỜNG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Khoảng trống giữa 2 thể loại top mobile puzzle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3332378" cy="3200400"/>
          </a:xfrm>
          <a:prstGeom prst="roundRect">
            <a:avLst>
              <a:gd name="adj" fmla="val 1714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94560"/>
            <a:ext cx="2875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SOLITAIRE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287517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từng quân một. Không bao giờ có khoảnh khắc "phải quyết định ngay bây giờ".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29658" y="1965960"/>
            <a:ext cx="3332378" cy="3200400"/>
          </a:xfrm>
          <a:prstGeom prst="roundRect">
            <a:avLst>
              <a:gd name="adj" fmla="val 1714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8258" y="2194560"/>
            <a:ext cx="2875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BLAST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58258" y="2880360"/>
            <a:ext cx="287517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Xoá hàng luôn luôn tốt. Không có lý do gì để ngần ngại đặt khối.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36357" y="1965960"/>
            <a:ext cx="3332378" cy="3200400"/>
          </a:xfrm>
          <a:prstGeom prst="roundRect">
            <a:avLst>
              <a:gd name="adj" fmla="val 1714"/>
            </a:avLst>
          </a:prstGeom>
          <a:solidFill>
            <a:srgbClr val="3A2A16">
              <a:alpha val="92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4957" y="2194560"/>
            <a:ext cx="2875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64957" y="2880360"/>
            <a:ext cx="287517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hợp cả hai vật liệu quen thuộc — nhưng thêm đúng 1 quyết định thật: che hay lộ.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Cả 2 đều là vật liệu quen thuộc với hàng triệu người chơi mobile puzzle — nhưng chưa ai kết hợp chúng thành một quyết định chiến thuật thật.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SẢN PHẨM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Cách chơi trong 10 giây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241A10">
              <a:alpha val="90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Kéo khối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bàn 2 tầng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2331720"/>
            <a:ext cx="2932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90774" y="19659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241A10">
              <a:alpha val="90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2214" y="21031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ô rơi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tầng thấp nhất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5294" y="2331720"/>
            <a:ext cx="2932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58588" y="19659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241A10">
              <a:alpha val="90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0028" y="21031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 quân để khoá,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hoặc để lộ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33108" y="2331720"/>
            <a:ext cx="2932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26401" y="19659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241A10">
              <a:alpha val="90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7841" y="21031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khi cùng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mặt · cùng tầng · lộ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00921" y="2331720"/>
            <a:ext cx="2932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94215" y="19659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241A10">
              <a:alpha val="90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5655" y="21031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Cascade —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dây chuyền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tutorial dạng chữ — người chơi học qua highlight ngay trên bàn cờ thật, từ chính Level 1.</a:t>
            </a:r>
            <a:endParaRPr lang="en-US" sz="1400" dirty="0"/>
          </a:p>
        </p:txBody>
      </p:sp>
      <p:pic>
        <p:nvPicPr>
          <p:cNvPr id="20" name="Image 0" descr="C:\Users\LAP17257\AppData\Local\Temp\claude\c--Users-LAP17257-OneDrive---VNG-Group-JSC-Documents-Mahjong-x-Block\41d87727-9b1f-40ca-a02d-f00006e694c3\scratchpad\deck_game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90" y="3931920"/>
            <a:ext cx="1088114" cy="2331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DE-RISK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Xây trên bằng chứng, không phải lời hứa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3332378" cy="1737360"/>
          </a:xfrm>
          <a:prstGeom prst="roundRect">
            <a:avLst>
              <a:gd name="adj" fmla="val 3158"/>
            </a:avLst>
          </a:prstGeom>
          <a:solidFill>
            <a:srgbClr val="3A2A16">
              <a:alpha val="88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84832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chơi có solution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tự-verify bằng máy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29658" y="1920240"/>
            <a:ext cx="3332378" cy="1737360"/>
          </a:xfrm>
          <a:prstGeom prst="roundRect">
            <a:avLst>
              <a:gd name="adj" fmla="val 3158"/>
            </a:avLst>
          </a:prstGeom>
          <a:solidFill>
            <a:srgbClr val="3A2A16">
              <a:alpha val="88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6818" y="2084832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31/31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66818" y="288036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self-test tự động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xanh mỗi lần mở game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36357" y="1920240"/>
            <a:ext cx="3332378" cy="1737360"/>
          </a:xfrm>
          <a:prstGeom prst="roundRect">
            <a:avLst>
              <a:gd name="adj" fmla="val 3158"/>
            </a:avLst>
          </a:prstGeom>
          <a:solidFill>
            <a:srgbClr val="3A2A16">
              <a:alpha val="88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3517" y="2084832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73517" y="288036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chơi được ngay hôm nay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phải mock-up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10545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màn trong 50 màn đều được giải sẵn và kiểm chứng tự động (không màn nào "bất khả thi" lọt lưới). Toàn bộ luật — Seal, Ô Chắn, Lock, cascade, moveLimit — có assertion riêng, chạy lại mỗi lần build load. Đây không phải bản concept — là một game đã chơi được từ đầu đến cuối.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màn, 5 chương — và một hệ thống, không phải may rủi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pic>
        <p:nvPicPr>
          <p:cNvPr id="5" name="Image 0" descr="C:\Users\LAP17257\AppData\Local\Temp\claude\c--Users-LAP17257-OneDrive---VNG-Group-JSC-Documents-Mahjong-x-Block\41d87727-9b1f-40ca-a02d-f00006e694c3\scratchpad\deck_chart_di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7680960" cy="2990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9834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Mỗi màn được chấm điểm độ khó từ 7 yếu tố đo được (cỡ bàn, số nước, độ chật, số mặt quân, cơ chế, khối, mục tiêu) — không phải cảm tính.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5385816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Nhịp sawtooth có chủ đích: mỗi chương đều "thở" sau đỉnh khó của chương trước.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788152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Cùng hệ thống này scale được lên xa hơn 50 màn khi cần thêm nội dung.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KINH DOANH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Ads + Cosmetic kinh tế công bằng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3332378" cy="2286000"/>
          </a:xfrm>
          <a:prstGeom prst="roundRect">
            <a:avLst>
              <a:gd name="adj" fmla="val 2400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0312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Quảng cáo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28751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Interstitial + Rewarded — không popup gây khó chịu, rewarded luôn có đường "bỏ qua".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29658" y="1920240"/>
            <a:ext cx="3332378" cy="2286000"/>
          </a:xfrm>
          <a:prstGeom prst="roundRect">
            <a:avLst>
              <a:gd name="adj" fmla="val 2400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8258" y="210312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 (soft-currency)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8258" y="2606040"/>
            <a:ext cx="28751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Sàn theo đường log(màn) — công bằng, không cần nạp tiền để chơi tiếp.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36357" y="1920240"/>
            <a:ext cx="3332378" cy="2286000"/>
          </a:xfrm>
          <a:prstGeom prst="roundRect">
            <a:avLst>
              <a:gd name="adj" fmla="val 2400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4957" y="2103120"/>
            <a:ext cx="2875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Cosmetic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4957" y="2606040"/>
            <a:ext cx="28751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món (skin quân · skin bàn · nâng cấp booster) — không ảnh hưởng gameplay, không Pay-to-Win.</a:t>
            </a:r>
            <a:endParaRPr lang="en-US" sz="1350" dirty="0"/>
          </a:p>
        </p:txBody>
      </p:sp>
      <p:pic>
        <p:nvPicPr>
          <p:cNvPr id="14" name="Image 0" descr="C:\Users\LAP17257\AppData\Local\Temp\claude\c--Users-LAP17257-OneDrive---VNG-Group-JSC-Documents-Mahjong-x-Block\41d87727-9b1f-40ca-a02d-f00006e694c3\scratchpad\deck_chart_x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26280"/>
            <a:ext cx="6949440" cy="1959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63840" y="5029200"/>
            <a:ext cx="35048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895–2,265 Xu / món · 1,725–2,665 Xu tổng cả đời chơi (tệ nhất → tối ưu) — món đắt nhất là mục tiêu dài hơi có chủ đích.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THẨM MỸ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"Hành Trình Qua Vườn Trúc"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Zen: gỗ tối, tre trúc, ngọc bích, đồng cổ — không rồng, không đèn lồng đỏ, không jackpot/coin/pháo hoa.</a:t>
            </a:r>
            <a:endParaRPr lang="en-US" sz="1450" dirty="0"/>
          </a:p>
        </p:txBody>
      </p:sp>
      <p:pic>
        <p:nvPicPr>
          <p:cNvPr id="6" name="Image 0" descr="C:\Users\LAP17257\AppData\Local\Temp\claude\c--Users-LAP17257-OneDrive---VNG-Group-JSC-Documents-Mahjong-x-Block\41d87727-9b1f-40ca-a02d-f00006e694c3\scratchpad\deck_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193" y="2331720"/>
            <a:ext cx="1856195" cy="3977640"/>
          </a:xfrm>
          <a:prstGeom prst="rect">
            <a:avLst/>
          </a:prstGeom>
        </p:spPr>
      </p:pic>
      <p:pic>
        <p:nvPicPr>
          <p:cNvPr id="7" name="Image 1" descr="C:\Users\LAP17257\AppData\Local\Temp\claude\c--Users-LAP17257-OneDrive---VNG-Group-JSC-Documents-Mahjong-x-Block\41d87727-9b1f-40ca-a02d-f00006e694c3\scratchpad\deck_sh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8" y="2331720"/>
            <a:ext cx="1856195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HIỆN TRẠNG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Đây không phải slide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2430704" cy="1463040"/>
          </a:xfrm>
          <a:prstGeom prst="roundRect">
            <a:avLst>
              <a:gd name="adj" fmla="val 3750"/>
            </a:avLst>
          </a:prstGeom>
          <a:solidFill>
            <a:srgbClr val="3A2A16">
              <a:alpha val="88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247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hoàn chỉnh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7984" y="1920240"/>
            <a:ext cx="2430704" cy="1463040"/>
          </a:xfrm>
          <a:prstGeom prst="roundRect">
            <a:avLst>
              <a:gd name="adj" fmla="val 3750"/>
            </a:avLst>
          </a:prstGeom>
          <a:solidFill>
            <a:srgbClr val="3A2A16">
              <a:alpha val="88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9424" y="2057400"/>
            <a:ext cx="2247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9424" y="274320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chương curriculum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920240"/>
            <a:ext cx="2430704" cy="1463040"/>
          </a:xfrm>
          <a:prstGeom prst="roundRect">
            <a:avLst>
              <a:gd name="adj" fmla="val 3750"/>
            </a:avLst>
          </a:prstGeom>
          <a:solidFill>
            <a:srgbClr val="3A2A16">
              <a:alpha val="88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4448" y="2057400"/>
            <a:ext cx="2247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24448" y="274320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món trong Cửa hàng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38031" y="1920240"/>
            <a:ext cx="2430704" cy="1463040"/>
          </a:xfrm>
          <a:prstGeom prst="roundRect">
            <a:avLst>
              <a:gd name="adj" fmla="val 3750"/>
            </a:avLst>
          </a:prstGeom>
          <a:solidFill>
            <a:srgbClr val="3A2A16">
              <a:alpha val="88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9471" y="2057400"/>
            <a:ext cx="2247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29471" y="274320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self-test tự động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Vòng lặp core + 4 loại mục tiêu + 3 lớp cơ chế (Seal, Ô Chắn, Lock) — hoàn chỉnh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Kinh tế Xu (công thức log, công bằng) + Cửa hàng cosmetic — hoàn chỉnh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Ads hook (interstitial + rewarded) — lớp no-op sẵn sàng cắm SDK thật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Chúng tôi đang tìm kiếm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005840" cy="0"/>
          </a:xfrm>
          <a:prstGeom prst="line">
            <a:avLst/>
          </a:prstGeom>
          <a:noFill/>
          <a:ln w="19050">
            <a:solidFill>
              <a:srgbClr val="E8B6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10545775" cy="1051560"/>
          </a:xfrm>
          <a:prstGeom prst="roundRect">
            <a:avLst>
              <a:gd name="adj" fmla="val 5217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tác phát hành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2057400"/>
            <a:ext cx="5425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phù hợp để cắm SDK ads thật và ra mắt.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0545775" cy="1051560"/>
          </a:xfrm>
          <a:prstGeom prst="roundRect">
            <a:avLst>
              <a:gd name="adj" fmla="val 5217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Vốn / nguồn lực phát triển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3291840"/>
            <a:ext cx="5425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nội dung, art pass hoàn thiện, marketing ra mắt.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10545775" cy="1051560"/>
          </a:xfrm>
          <a:prstGeom prst="roundRect">
            <a:avLst>
              <a:gd name="adj" fmla="val 5217"/>
            </a:avLst>
          </a:prstGeom>
          <a:solidFill>
            <a:srgbClr val="241A10">
              <a:alpha val="75000"/>
            </a:srgbClr>
          </a:solidFill>
          <a:ln w="9525">
            <a:solidFill>
              <a:srgbClr val="E8B64C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37360" y="45720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E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Playtest &amp; phản hồi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5425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chiếu đường cong độ khó lý thuyết với người chơi thật.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dấu ☐ vào mục phù hợp trước khi trình bày — mỗi buổi pitch nên chỉ nhắm 1 đề xuất chính.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MAHJONG × BLOCK  ·  PITCH DECK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E8B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C9B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Hãy cùng chơi thử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Mahjong × Block — Pitch Deck</dc:title>
  <dc:subject>PptxGenJS Presentation</dc:subject>
  <dc:creator>Mahjong × Block</dc:creator>
  <cp:lastModifiedBy>Mahjong × Block</cp:lastModifiedBy>
  <cp:revision>1</cp:revision>
  <dcterms:created xsi:type="dcterms:W3CDTF">2026-09-08T05:47:53Z</dcterms:created>
  <dcterms:modified xsi:type="dcterms:W3CDTF">2026-09-08T05:47:53Z</dcterms:modified>
</cp:coreProperties>
</file>